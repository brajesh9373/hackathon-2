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u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868680" cy="868680"/>
          </a:xfrm>
          <a:prstGeom prst="rect">
            <a:avLst/>
          </a:prstGeom>
        </p:spPr>
      </p:pic>
      <p:pic>
        <p:nvPicPr>
          <p:cNvPr id="3" name="Image 1" descr="skh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256032"/>
            <a:ext cx="868680" cy="73837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" y="11612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800" dirty="0"/>
          </a:p>
        </p:txBody>
      </p:sp>
      <p:sp>
        <p:nvSpPr>
          <p:cNvPr id="5" name="Text 1"/>
          <p:cNvSpPr txBox="1"/>
          <p:nvPr/>
        </p:nvSpPr>
        <p:spPr>
          <a:xfrm>
            <a:off x="11000232" y="99441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SKH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1737360" y="228600"/>
            <a:ext cx="8714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KOPARGOAN HACKATHON</a:t>
            </a:r>
            <a:endParaRPr lang="en-US" sz="2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Grand Finale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1737360" y="1417320"/>
            <a:ext cx="8714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B: NEW PROBLEM STATEMENT / CHALLENGE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737360" y="1828800"/>
            <a:ext cx="8714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606040"/>
            <a:ext cx="10908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–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Title–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Assigned (Live Scenario) –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Theme–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Category- Software/Hardware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ID–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</a:t>
            </a:r>
            <a:endParaRPr lang="en-US" sz="1800" dirty="0"/>
          </a:p>
        </p:txBody>
      </p:sp>
      <p:pic>
        <p:nvPicPr>
          <p:cNvPr id="10" name="Image 2" descr="footer_gradi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41732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56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pic>
        <p:nvPicPr>
          <p:cNvPr id="4" name="Image 0" descr="skh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201168"/>
            <a:ext cx="566928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320040"/>
            <a:ext cx="8714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 RESPONSE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u="sng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Solution's Response to the Live Scenario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9456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system responded to the live scenario</a:t>
            </a:r>
            <a:endParaRPr lang="en-US" sz="19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made and the reasoning behind them</a:t>
            </a:r>
            <a:endParaRPr lang="en-US" sz="19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demonstrated live to the judges</a:t>
            </a:r>
            <a:endParaRPr lang="en-US" sz="1900" dirty="0"/>
          </a:p>
        </p:txBody>
      </p:sp>
      <p:pic>
        <p:nvPicPr>
          <p:cNvPr id="8" name="Image 1" descr="footer_grad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548872" y="6355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41732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56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pic>
        <p:nvPicPr>
          <p:cNvPr id="4" name="Image 0" descr="skh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201168"/>
            <a:ext cx="566928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320040"/>
            <a:ext cx="8714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IMPLEMENTATION, FEASIBILITY &amp; IMPACT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54480"/>
            <a:ext cx="109087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Technologies/tools used to build the response within the challenge window</a:t>
            </a:r>
            <a:endParaRPr lang="en-US" sz="19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– challenges faced and how they were overcome</a:t>
            </a:r>
            <a:endParaRPr lang="en-US" sz="19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– how this response strengthens your original solution's real-world readiness</a:t>
            </a:r>
            <a:endParaRPr lang="en-US" sz="1900" dirty="0"/>
          </a:p>
        </p:txBody>
      </p:sp>
      <p:pic>
        <p:nvPicPr>
          <p:cNvPr id="7" name="Image 1" descr="footer_grad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1548872" y="6355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41732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56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pic>
        <p:nvPicPr>
          <p:cNvPr id="4" name="Image 0" descr="skh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201168"/>
            <a:ext cx="566928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320040"/>
            <a:ext cx="8714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INSTRUCTIONS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54480"/>
            <a:ext cx="1090879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presentation must not exceed 4 slides, including the Title Slide.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response using bullet points, diagrams, or relevant visuals instead of lengthy paragraphs.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content clear, concise, and directly tied to the challenge you were given.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what was actually built and demonstrated live during the challenge window — not planned or hypothetical work.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official presentation template provided. Do not modify the template structure, slide sequence, or the required sections.</a:t>
            </a:r>
            <a:endParaRPr lang="en-US" sz="1600" dirty="0"/>
          </a:p>
        </p:txBody>
      </p:sp>
      <p:pic>
        <p:nvPicPr>
          <p:cNvPr id="7" name="Image 1" descr="footer_grad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1548872" y="6355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2026-08-29T20:46:36Z</dcterms:created>
  <dcterms:modified xsi:type="dcterms:W3CDTF">2026-08-29T20:46:36Z</dcterms:modified>
</cp:coreProperties>
</file>